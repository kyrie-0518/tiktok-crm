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7315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685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全域跨境经营管理系统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从数据孤岛到 AI 驱动的 TikTok Shop 运营中枢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 · 项目分享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 目 背 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为什么需要这个系统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914400" cy="36576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2651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多店铺数据割裂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548640" cy="27432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手动登 TikTok Shop / Ads 后台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来回切换 30min+/天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51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订单状态追踪难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2148840"/>
            <a:ext cx="548640" cy="27432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逐一订单点开 → Excel 手工记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10-20min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51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利润核算慢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148840"/>
            <a:ext cx="548640" cy="27432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 MYR + 8 种费用模板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手动算 ROAS，每周 1h+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2651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达人合作散乱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548640" cy="27432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94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微信笔记 / 表格记录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无统一管理，随时丢失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108960"/>
            <a:ext cx="2651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661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能力分散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66160" y="3703320"/>
            <a:ext cx="548640" cy="27432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3794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Seedance / DeepSeek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多平台切换，效率低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651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月末复盘痛苦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3703320"/>
            <a:ext cx="548640" cy="27432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794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手动拉数、画表、写总结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 2-3h 纯体力活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 率 提 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接入系统后，我的工作有什么改变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01168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00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经营数据查看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6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1691640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26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之前: 30 min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现在: 10 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1965960" cy="201168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600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利润核算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12×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43200" y="25146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834640"/>
            <a:ext cx="1691640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926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之前: 1h/次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现在: 5min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1965960" cy="201168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600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订单同步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9659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834640"/>
            <a:ext cx="1691640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926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之前: 手动拉取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现在: 自动同步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463040"/>
            <a:ext cx="1965960" cy="201168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1600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达人日报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9659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12×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040880" y="25146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2834640"/>
            <a:ext cx="1691640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926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之前: 1h 手写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现在: 一问即出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月均节省工时 12+ 小时，从手工操作变成数据驱动决策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 点 功 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经营概览 — 10 秒看懂全店状态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总销售额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 +RM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总订单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今日新增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51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客单价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/ 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2651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17520"/>
            <a:ext cx="2651760" cy="54864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销售趋势图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7/30天双折线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2651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017520"/>
            <a:ext cx="2651760" cy="54864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订单状态分布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待发货/运输中/已完成/异常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017520"/>
            <a:ext cx="2651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017520"/>
            <a:ext cx="2651760" cy="54864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热销商品 TOP3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Bento卡片+完整排名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 点 功 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店铺授权 + 订单管理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店铺授权中心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 TikTok Shop OAuth 授权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自动刷新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过期前 10min 预刷 + 3 次重试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卡片式多店铺管理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健康检查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订单管理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10 分钟 TikTok API 自动同步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订单状态实时追踪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支持搜索 / 筛选 / 导出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全链路：待付款 → 待发货 → 运输中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异常订单单独标记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 点 功 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利润核算 + 欧文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利润核算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种费用模板 (成本/运费/佣金...)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 多货币汇率自动转换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利润趋势图 (ECharts)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单产品拆分利润值展示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一键导出 Excel 报表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欧文 AI 智能体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跨境电商专属 AI Agent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个运营工具 (Function Calling)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自然语言调用店铺数据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对话历史持久化存储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"帮我分析今日利润" → 即问即得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56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 业 级 能 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安全、稳定、可扩展的 SaaS 底座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691640"/>
          </a:xfrm>
          <a:prstGeom prst="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691640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认证体系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天登录态 + 首次启动 UUID 随机密钥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AUTH_MODE 环境开关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691640"/>
          </a:xfrm>
          <a:prstGeom prst="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54864" cy="1691640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账号中心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角色管理 + 权限分配 (16 个模块)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 超级管理员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691640"/>
          </a:xfrm>
          <a:prstGeom prst="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54864" cy="1691640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自动刷新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 7 层保护机制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预刷 + 重试 + 兜底 + 后台调度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2651760" cy="1691640"/>
          </a:xfrm>
          <a:prstGeom prst="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1691640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审计日志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840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 API 操作记录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天自动清理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291840"/>
            <a:ext cx="2651760" cy="1691640"/>
          </a:xfrm>
          <a:prstGeom prst="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291840"/>
            <a:ext cx="54864" cy="1691640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3840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统一品牌色 #4568FF + 12px 圆角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个基础组件，35 个页面全站统一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291840"/>
            <a:ext cx="2651760" cy="1691640"/>
          </a:xfrm>
          <a:prstGeom prst="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291840"/>
            <a:ext cx="54864" cy="1691640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部署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840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 rebuild + deploy 脚本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宿主机 Nginx 反代 + SSL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MERA 系统优势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749040" y="1051560"/>
            <a:ext cx="1645920" cy="36576"/>
          </a:xfrm>
          <a:prstGeom prst="rect">
            <a:avLst/>
          </a:prstGeom>
          <a:solidFill>
            <a:srgbClr val="4568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51760" cy="1325880"/>
          </a:xfrm>
          <a:prstGeom prst="rect">
            <a:avLst>
              <a:gd name="adj" fmla="val 4138"/>
            </a:avLst>
          </a:prstGeom>
          <a:solidFill>
            <a:srgbClr val="25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商品→订单→利润→达人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→广告→AI 一个平台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1325880"/>
          </a:xfrm>
          <a:prstGeom prst="rect">
            <a:avLst>
              <a:gd name="adj" fmla="val 4138"/>
            </a:avLst>
          </a:prstGeom>
          <a:solidFill>
            <a:srgbClr val="25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欧文 Agent 嵌入业务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自然语言调用数据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1325880"/>
          </a:xfrm>
          <a:prstGeom prst="rect">
            <a:avLst>
              <a:gd name="adj" fmla="val 4138"/>
            </a:avLst>
          </a:prstGeom>
          <a:solidFill>
            <a:srgbClr val="25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数据安全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本地数据库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自动刷新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2651760" cy="1325880"/>
          </a:xfrm>
          <a:prstGeom prst="rect">
            <a:avLst>
              <a:gd name="adj" fmla="val 4138"/>
            </a:avLst>
          </a:prstGeom>
          <a:solidFill>
            <a:srgbClr val="25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级 UI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 品牌色 #4568FF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个页面 Design 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926080"/>
            <a:ext cx="2651760" cy="1325880"/>
          </a:xfrm>
          <a:prstGeom prst="rect">
            <a:avLst>
              <a:gd name="adj" fmla="val 4138"/>
            </a:avLst>
          </a:prstGeom>
          <a:solidFill>
            <a:srgbClr val="25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自动运维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10min 订单同步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30天日志清理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651760" cy="1325880"/>
          </a:xfrm>
          <a:prstGeom prst="rect">
            <a:avLst>
              <a:gd name="adj" fmla="val 4138"/>
            </a:avLst>
          </a:prstGeom>
          <a:solidFill>
            <a:srgbClr val="25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企业级登录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 超级管理员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角色权限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「工具」 到 「驾驶舱」 — 让 AI 替你管理跨境业务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MERA 全域跨境经营管理系统 — 项目分享</dc:title>
  <dc:subject>PptxGenJS Presentation</dc:subject>
  <dc:creator>MERA</dc:creator>
  <cp:lastModifiedBy>MERA</cp:lastModifiedBy>
  <cp:revision>1</cp:revision>
  <dcterms:created xsi:type="dcterms:W3CDTF">2026-07-17T08:24:13Z</dcterms:created>
  <dcterms:modified xsi:type="dcterms:W3CDTF">2026-07-17T08:24:13Z</dcterms:modified>
</cp:coreProperties>
</file>