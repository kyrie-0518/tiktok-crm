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跨境电商运营实战指南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Shop · Shopee · Lazada · Amazon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200400" cy="457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C6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从选品到财务 · 从投流到合规 · 全链路知识体系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6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博众智汇 · 全域跨境经营管理系统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平台与选品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15544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TikTok/Shopee/Amazon对比 · 选品方法论 · 定价策略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20574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财务与ROI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2331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 · ROI计算 · 利润模型 · 盈亏平衡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94560" y="2834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TikTok运营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94560" y="31089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算法逻辑 · 短视频创作 · 直播带货 · 各市场差异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广告投放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3886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Ads · 核心指标 · 优化策略 · 预算管理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194560" y="4389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物流与合规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94560" y="46634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物流模式 · 供应链管理 · 知识产权 · 风险防控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主要跨境电商平台对比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0241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182880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核心市场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佣金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TikTok Shop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东南亚+英美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1%-5%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社交电商 · 内容驱动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Shopee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东南亚+拉美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2%-5%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移动端 · 价格敏感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Lazada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东南亚六国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2%-4%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品牌商城 · 阿里系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8%-15%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FBA · 规则严格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独立站(Shopify)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品牌自主 · 高利润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东南亚市场特征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 6.8亿 · 互联网渗透 70%+ · 2023电商GMV $1390亿 → 2025预$1860亿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2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 $620亿  ·  人口 2.7亿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最大市场 · 穆斯林消费 · COD占40%+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2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18745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 $220亿  ·  人口 7000万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美妆护肤强需求 · 直播活跃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3716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2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4630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18745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 $160亿  ·  人口 1亿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人口年轻(均32岁) · 增速最快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2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 $120亿  ·  人口 3300万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 · 客单高$8-25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2F7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108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菲律宾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97680" y="3520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 $150亿  ·  人口 1.1亿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840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英语普及 · 社交电商渗透高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选品方法论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 ≥ 30% 为基本线  ·  售价 ≥ 采购成本 × 3  ·  体积小/轻/不易碎优先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6304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数据选品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TikTok播放量 · 1688热卖品 · Google Trends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46304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关键词→高播放视频→评论分析→跟进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146304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趋势选品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#TikTokMadeMeBuyIt · 预判趋势周期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0" y="146304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21031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供应链选品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972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可定制差异化产品 · 评估供货能力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爆品特征：视觉冲击强 · 解决明确痛点 · $5-30区间 · 30秒能讲清价值 · 有"哇"感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定价策略与公式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核心定价公式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 = 产品成本 + 利润 + 佣金 + 物流 + 广告 + 退货 + 其他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建议定价倍数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 3-4x  ·  欧美 4-6x  ·  中东 4-8x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188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反向推导公式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5544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 = 总成本 / (1 - 利润率 - 佣金率 - 广告费率 - 退货率)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计算示例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377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总成本¥35 目标利润30% 佣金5% 广告15%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35/0.47 = ¥75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定价策略类型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6052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渗透定价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低价入市抢占份额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新品冷启动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4114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16052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撇脂定价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44805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高开低走赚早期利润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7091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差异化产品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114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16052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心理定价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44805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$19.99代替$20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降低心理感知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52560" y="4114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16052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捆绑定价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5440" y="44805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3件$29 vs 单件$12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7091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提高客单价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成本结构全景图（以售价¥100为例）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95097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📦 产品成本(采购+包装)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🚚 物流成本(头程+尾程+仓储)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💰 平台佣金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📢 广告营销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💳 支付与换汇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🔄 退货损耗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👥 运营管理(人工+ERP)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📋 合规税费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净利润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计算与分析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= (收益 - 成本) / 成本 × 100%   |   ROI &gt; 0 盈利 · = 0 持平 · &lt; 0 亏损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单品ROI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4173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(售价-全成本)/全成本×100%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417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最常用，健康线 &gt; 50%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67128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广告ROAS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16712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 / 广告花费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167128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2可接受 · &gt; 4良好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16936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达人ROI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916936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GMV×利润率 / 达人费用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916936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2才算有效合作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66744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直播ROI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3666744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直播GMV / 总直播成本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666744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按场次核算 · 含退货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1655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店铺ROI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4416552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总利润 / 总投入 ×100%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416552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每月财务结账评估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常见错误：只看ROAS不看利润 · 没算退货损耗 · 没算汇率损失 · 没算人工成本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Shop 运营核心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跨境店：中国直发 5-15天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本土店：本地仓 1-3天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全托管：平台负责物流售后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43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算法逻辑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完播率 &gt; 互动 &gt; 转发 &gt; 关注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流量池阶梯：100→1k→10k→100万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9260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黄金前3秒决定推流命运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09728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09728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143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健康指标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店铺评分 ≥ 4.5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42316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发货率 ≥ 95%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92608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退货率 ≤ 10%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34290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24h响应 ≥ 80%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直播排品：福利款(0-10分)→ 利润款(10-30分)→ 爆款(30-45分)→ 引流(45-55分)→ 返场(55-60分)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短视频创作 &amp; 直播带货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2F7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爆款视频公式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钩子(3秒)→痛点(5秒)→产品展示(10秒)→效果对比(5秒)→CTA(2秒)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发布策略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每日2-3条  时段：12-14点 / 19-22点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用平台热门BGM  标签3-5精准+1-2热门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黄金前3秒！切忌"大家好今天来..."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视频类型：展示30% + 教程20% + 开箱15% + 对比15% + 反馈10% + 幕后10%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2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直播核心指标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场观：直播间总观看人数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在线：实时观看 ≥ 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GPM：千次观看成交额 ≥ 500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转化率：下单/观看 ≥ 2%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提升留存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每10分钟一个钩子（抽奖/福利款）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互动提问：扣1/扣2增加参与感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价格悬念+库存紧迫感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 Ads 广告投放指南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0241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0116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广告类型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信息流广告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 You推荐流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CPM/CPC/oCPM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品牌曝光/转化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Spark Ads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加热达人视频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达人内容放量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LIVE Ads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直播推广位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CPA/oCPM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直播间引流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TopView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开屏+首位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大促/品牌日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广告优化决策树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ROAS≥4 CVR≥3% → 加预算(≤30%/天)   |   ⚠ ROAS 2-4 → 观察优化   |   ❌ ROAS&lt;1 → 关停重分析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关键提醒：ROAS ≠ 利润！例：$1000广告→$3000 GMV  ROAS=3 但算全成本后利润仅$200！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预算规划：测试期$30-50/天 → 放量期$100-300/天 → 稳定期$50-150/天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跨境物流与供应链管理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0241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64592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物流模式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直邮小包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7-15天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测试/小件/低单价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专线物流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5-10天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稳定订单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1-3天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爆款·日均≥30单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TikTok FBT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1-3天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扣点高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全托管·省心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商业快递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3-7天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高客单/紧急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017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库存管理核心公式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34747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安全库存 = 日均销量 × 补货周期(天) × 安全系数(1.3~1.5)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补货点 = 安全库存 + 日均销量 × 头程天数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供应链风控：分散供应商(≥2家) · 合同约束 · 预留10-20%缓冲库存 · 出库质检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合规经营与风险防控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TikTok Shop 红线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延迟发货 &lt;90% → 限流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虚假发货 → 扣分封店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引导站外交易 → 永久封禁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虚假宣传 → 下架+罚款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刷单刷评 → 直接封店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D4EDDA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合规 CHECKLIST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14630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产品外观无专利冲突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品牌名无商标冲突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图片素材均为原创/授权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达人合作有授权协议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各国认证(CERT/SIRIM/CE等)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风险防控矩阵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94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账号封禁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概率中 | 危害致命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多账号矩阵+合规运营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3794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资金冻结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概率中 | 危害严重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分散回款+多支付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794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侵权诉讼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概率低 | 危害致命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知识产权全面排查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35440" y="3794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汇率波动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概率高 | 危害中等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3544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多币种账户+锁汇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常用工具清单 &amp; 成功案例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10241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店小秘/马帮ERP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多平台订单库存管理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TikTok分析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Kalodata/Tabcut/Tikstar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达人/商品/直播/竞品分析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选品工具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1688/知虾/Jungle Scout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热卖品搜索/供应商查找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内容创作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CapCut(剪映)/Canva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视频剪辑/图片设计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ChatGPT/DeepSeek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文案写作/脚本生成/分析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跨境收款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Payoneer/PingPong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收款/换汇/多币种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474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39319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🇮🇩 印尼3C配件月销$30万：本土仓+50+达人(纯佣)+日更3-5条短视频+日播4小时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3891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🇹🇭 美妆泰国冷启动：$5000启动→达人测评+Spark Ads→3个月GMV $0→$8万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新手10大常见错误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上来就铺大货不测试 → 先单品测试验证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1430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不算隐性成本就定价 → 全链路成本核算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广告预算失控 → 设每日预算上限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659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忽略退货损耗 → 定价必须计入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889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素材从不更新 → 每周至少更新1次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889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频繁调广告 → 给24-48h学习期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118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贪多求全 → 先深耕1-2个市场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6118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完全模仿竞品 → 差异化才有竞争力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不做数据复盘 → 每天花30分钟看数据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38912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2E437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43484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单纯低价竞争 → 价格战不可持续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 · 内容建立壁垒 · 合规守住底线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566160"/>
            <a:ext cx="5486400" cy="2743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9319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C6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博众智汇 · 全域跨境经营管理系统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4C6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www.bozone.cn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跨境电商运营实战指南</dc:title>
  <dc:subject>PptxGenJS Presentation</dc:subject>
  <dc:creator>博众智汇</dc:creator>
  <cp:lastModifiedBy>博众智汇</cp:lastModifiedBy>
  <cp:revision>1</cp:revision>
  <dcterms:created xsi:type="dcterms:W3CDTF">2026-06-11T08:25:15Z</dcterms:created>
  <dcterms:modified xsi:type="dcterms:W3CDTF">2026-06-11T08:25:15Z</dcterms:modified>
</cp:coreProperties>
</file>